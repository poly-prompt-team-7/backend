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1</c:f>
              <c:strCache>
                <c:ptCount val="1"/>
                <c:pt idx="0">
                  <c:v>Column 2</c:v>
                </c:pt>
              </c:strCache>
            </c:strRef>
          </c:tx>
          <c:spPr>
            <a:solidFill>
              <a:srgbClr val="ff420e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Row 1</c:v>
                </c:pt>
                <c:pt idx="1">
                  <c:v>Row 2</c:v>
                </c:pt>
                <c:pt idx="2">
                  <c:v>Row 3</c:v>
                </c:pt>
                <c:pt idx="3">
                  <c:v>Row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3.2</c:v>
                </c:pt>
                <c:pt idx="1">
                  <c:v>8.8</c:v>
                </c:pt>
                <c:pt idx="2">
                  <c:v>1.5</c:v>
                </c:pt>
                <c:pt idx="3">
                  <c:v>9.02</c:v>
                </c:pt>
              </c:numCache>
            </c:numRef>
          </c:val>
        </c:ser>
        <c:ser>
          <c:idx val="1"/>
          <c:order val="1"/>
          <c:tx>
            <c:strRef>
              <c:f>label 2</c:f>
              <c:strCache>
                <c:ptCount val="1"/>
                <c:pt idx="0">
                  <c:v>Column 3</c:v>
                </c:pt>
              </c:strCache>
            </c:strRef>
          </c:tx>
          <c:spPr>
            <a:solidFill>
              <a:srgbClr val="ffd32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leaderLines>
              <c:spPr>
                <a:ln w="0">
                  <a:solidFill>
                    <a:srgbClr val="000000"/>
                  </a:solidFill>
                </a:ln>
              </c:spPr>
            </c:leaderLines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Row 1</c:v>
                </c:pt>
                <c:pt idx="1">
                  <c:v>Row 2</c:v>
                </c:pt>
                <c:pt idx="2">
                  <c:v>Row 3</c:v>
                </c:pt>
                <c:pt idx="3">
                  <c:v>Row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4.54</c:v>
                </c:pt>
                <c:pt idx="1">
                  <c:v>9.65</c:v>
                </c:pt>
                <c:pt idx="2">
                  <c:v>3.7</c:v>
                </c:pt>
                <c:pt idx="3">
                  <c:v>6.2</c:v>
                </c:pt>
              </c:numCache>
            </c:numRef>
          </c:val>
        </c:ser>
        <c:gapWidth val="100"/>
        <c:overlap val="0"/>
        <c:axId val="4057356"/>
        <c:axId val="89158250"/>
      </c:barChart>
      <c:catAx>
        <c:axId val="4057356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89158250"/>
        <c:crosses val="autoZero"/>
        <c:auto val="1"/>
        <c:lblAlgn val="ctr"/>
        <c:lblOffset val="100"/>
        <c:noMultiLvlLbl val="0"/>
      </c:catAx>
      <c:valAx>
        <c:axId val="89158250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trike="noStrike" u="non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057356"/>
        <c:crosses val="autoZero"/>
        <c:crossBetween val="between"/>
      </c:valAx>
      <c:spPr>
        <a:noFill/>
        <a:ln w="0">
          <a:solidFill>
            <a:srgbClr val="b3b3b3"/>
          </a:solidFill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000" strike="noStrike" u="none">
              <a:solidFill>
                <a:srgbClr val="000000"/>
              </a:solidFill>
              <a:uFillTx/>
              <a:latin typeface="Arial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22DA3B-58BB-48CB-9331-0F64431F9C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42C2E6-FF43-43F6-8223-2F6DAE9DB96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2677DEA-5C9E-40AE-80F1-3AE90B8592B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presentation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Hello world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" name=""/>
          <p:cNvGraphicFramePr/>
          <p:nvPr/>
        </p:nvGraphicFramePr>
        <p:xfrm>
          <a:off x="504000" y="1326600"/>
          <a:ext cx="9071640" cy="3288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LibreOffice/25.2.7.2$Linux_X86_64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2026-02-21T20:34:29Z</dcterms:created>
  <dc:creator/>
  <dc:description/>
  <dc:language>en-US</dc:language>
  <cp:lastModifiedBy/>
  <dcterms:modified xsi:type="dcterms:W3CDTF">2026-02-21T20:34:58Z</dcterms:modified>
  <cp:revision>1</cp:revision>
  <dc:subject/>
  <dc:title/>
</cp:coreProperties>
</file>